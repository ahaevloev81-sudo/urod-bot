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3" r:id="rId3"/>
    <p:sldId id="264" r:id="rId4"/>
    <p:sldId id="262" r:id="rId5"/>
    <p:sldId id="260" r:id="rId6"/>
    <p:sldId id="266" r:id="rId7"/>
    <p:sldId id="265" r:id="rId8"/>
  </p:sldIdLst>
  <p:sldSz cx="9144000" cy="6858000" type="screen4x3"/>
  <p:notesSz cx="6858000" cy="9144000"/>
  <p:custDataLst>
    <p:tags r:id="rId1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 autoAdjust="0"/>
    <p:restoredTop sz="84583" autoAdjust="0"/>
  </p:normalViewPr>
  <p:slideViewPr>
    <p:cSldViewPr>
      <p:cViewPr varScale="1">
        <p:scale>
          <a:sx n="73" d="100"/>
          <a:sy n="73" d="100"/>
        </p:scale>
        <p:origin x="85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355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/>
              <a:t>Бесплатно и без регистрации.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84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0"/>
            <a:ext cx="6372200" cy="1368152"/>
          </a:xfrm>
        </p:spPr>
        <p:txBody>
          <a:bodyPr/>
          <a:lstStyle>
            <a:lvl1pPr>
              <a:defRPr b="1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520259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251520" y="228168"/>
            <a:ext cx="6552729" cy="1150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2"/>
          <p:cNvSpPr>
            <a:spLocks noGrp="1"/>
          </p:cNvSpPr>
          <p:nvPr>
            <p:ph idx="1"/>
          </p:nvPr>
        </p:nvSpPr>
        <p:spPr>
          <a:xfrm>
            <a:off x="251520" y="1916832"/>
            <a:ext cx="8712968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28168"/>
            <a:ext cx="6552729" cy="1150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8712968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520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520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373216"/>
            <a:ext cx="6372200" cy="1368152"/>
          </a:xfrm>
        </p:spPr>
        <p:txBody>
          <a:bodyPr>
            <a:noAutofit/>
          </a:bodyPr>
          <a:lstStyle/>
          <a:p>
            <a:r>
              <a:rPr lang="ru-RU" sz="4800" dirty="0"/>
              <a:t>Чат-бот</a:t>
            </a:r>
            <a:r>
              <a:rPr lang="en-US" sz="4800" dirty="0"/>
              <a:t>:”</a:t>
            </a:r>
            <a:r>
              <a:rPr lang="en-US" sz="4800" dirty="0" err="1"/>
              <a:t>Urod</a:t>
            </a:r>
            <a:r>
              <a:rPr lang="en-US" sz="4800" dirty="0"/>
              <a:t>-wiki”</a:t>
            </a:r>
            <a:r>
              <a:rPr lang="ru-RU" sz="4800" dirty="0"/>
              <a:t> 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24" name="Line 253"/>
          <p:cNvSpPr>
            <a:spLocks noChangeShapeType="1"/>
          </p:cNvSpPr>
          <p:nvPr/>
        </p:nvSpPr>
        <p:spPr bwMode="gray">
          <a:xfrm>
            <a:off x="2147664" y="5277937"/>
            <a:ext cx="4800600" cy="0"/>
          </a:xfrm>
          <a:prstGeom prst="line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ru-RU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Rectangle 254"/>
          <p:cNvSpPr>
            <a:spLocks noChangeArrowheads="1"/>
          </p:cNvSpPr>
          <p:nvPr/>
        </p:nvSpPr>
        <p:spPr bwMode="gray">
          <a:xfrm rot="3419336">
            <a:off x="1863501" y="4701675"/>
            <a:ext cx="479425" cy="5207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ru-RU"/>
          </a:p>
        </p:txBody>
      </p:sp>
      <p:sp>
        <p:nvSpPr>
          <p:cNvPr id="26" name="Text Box 255"/>
          <p:cNvSpPr txBox="1">
            <a:spLocks noChangeArrowheads="1"/>
          </p:cNvSpPr>
          <p:nvPr/>
        </p:nvSpPr>
        <p:spPr bwMode="gray">
          <a:xfrm>
            <a:off x="1919064" y="4744537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27" name="Line 256"/>
          <p:cNvSpPr>
            <a:spLocks noChangeShapeType="1"/>
          </p:cNvSpPr>
          <p:nvPr/>
        </p:nvSpPr>
        <p:spPr bwMode="gray">
          <a:xfrm>
            <a:off x="2147664" y="2763337"/>
            <a:ext cx="4800600" cy="0"/>
          </a:xfrm>
          <a:prstGeom prst="line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ru-RU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Rectangle 257"/>
          <p:cNvSpPr>
            <a:spLocks noChangeArrowheads="1"/>
          </p:cNvSpPr>
          <p:nvPr/>
        </p:nvSpPr>
        <p:spPr bwMode="gray">
          <a:xfrm rot="3419336">
            <a:off x="1791493" y="2187075"/>
            <a:ext cx="479425" cy="520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endParaRPr lang="ru-RU">
              <a:solidFill>
                <a:srgbClr val="FF0000"/>
              </a:solidFill>
            </a:endParaRPr>
          </a:p>
        </p:txBody>
      </p:sp>
      <p:sp>
        <p:nvSpPr>
          <p:cNvPr id="29" name="Text Box 258"/>
          <p:cNvSpPr txBox="1">
            <a:spLocks noChangeArrowheads="1"/>
          </p:cNvSpPr>
          <p:nvPr/>
        </p:nvSpPr>
        <p:spPr bwMode="gray">
          <a:xfrm>
            <a:off x="2616898" y="2274387"/>
            <a:ext cx="454954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ru-RU" dirty="0">
                <a:solidFill>
                  <a:schemeClr val="bg1"/>
                </a:solidFill>
                <a:latin typeface="Arial" charset="0"/>
              </a:rPr>
              <a:t>Информация о боте начало создания</a:t>
            </a:r>
            <a:endParaRPr 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0" name="Text Box 259"/>
          <p:cNvSpPr txBox="1">
            <a:spLocks noChangeArrowheads="1"/>
          </p:cNvSpPr>
          <p:nvPr/>
        </p:nvSpPr>
        <p:spPr bwMode="gray">
          <a:xfrm>
            <a:off x="1919064" y="2229937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31" name="Line 260"/>
          <p:cNvSpPr>
            <a:spLocks noChangeShapeType="1"/>
          </p:cNvSpPr>
          <p:nvPr/>
        </p:nvSpPr>
        <p:spPr bwMode="gray">
          <a:xfrm>
            <a:off x="2147664" y="3601537"/>
            <a:ext cx="4800600" cy="0"/>
          </a:xfrm>
          <a:prstGeom prst="line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ru-RU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Rectangle 261"/>
          <p:cNvSpPr>
            <a:spLocks noChangeArrowheads="1"/>
          </p:cNvSpPr>
          <p:nvPr/>
        </p:nvSpPr>
        <p:spPr bwMode="gray">
          <a:xfrm rot="3419336">
            <a:off x="1863501" y="3025275"/>
            <a:ext cx="479425" cy="5207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endParaRPr lang="ru-RU"/>
          </a:p>
        </p:txBody>
      </p:sp>
      <p:sp>
        <p:nvSpPr>
          <p:cNvPr id="33" name="Text Box 262"/>
          <p:cNvSpPr txBox="1">
            <a:spLocks noChangeArrowheads="1"/>
          </p:cNvSpPr>
          <p:nvPr/>
        </p:nvSpPr>
        <p:spPr bwMode="gray">
          <a:xfrm>
            <a:off x="1919064" y="3068137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  <a:latin typeface="Arial" charset="0"/>
              </a:rPr>
              <a:t>2</a:t>
            </a:r>
          </a:p>
        </p:txBody>
      </p:sp>
      <p:sp>
        <p:nvSpPr>
          <p:cNvPr id="34" name="Line 263"/>
          <p:cNvSpPr>
            <a:spLocks noChangeShapeType="1"/>
          </p:cNvSpPr>
          <p:nvPr/>
        </p:nvSpPr>
        <p:spPr bwMode="gray">
          <a:xfrm>
            <a:off x="2149252" y="4438150"/>
            <a:ext cx="4799012" cy="1587"/>
          </a:xfrm>
          <a:prstGeom prst="line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ru-RU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5" name="Rectangle 264"/>
          <p:cNvSpPr>
            <a:spLocks noChangeArrowheads="1"/>
          </p:cNvSpPr>
          <p:nvPr/>
        </p:nvSpPr>
        <p:spPr bwMode="gray">
          <a:xfrm rot="3419336">
            <a:off x="1863501" y="3863475"/>
            <a:ext cx="479425" cy="5207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anchor="ctr">
            <a:flatTx/>
          </a:bodyPr>
          <a:lstStyle/>
          <a:p>
            <a:endParaRPr lang="ru-RU"/>
          </a:p>
        </p:txBody>
      </p:sp>
      <p:sp>
        <p:nvSpPr>
          <p:cNvPr id="36" name="Text Box 265"/>
          <p:cNvSpPr txBox="1">
            <a:spLocks noChangeArrowheads="1"/>
          </p:cNvSpPr>
          <p:nvPr/>
        </p:nvSpPr>
        <p:spPr bwMode="gray">
          <a:xfrm>
            <a:off x="1919064" y="3906337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37" name="Line 266"/>
          <p:cNvSpPr>
            <a:spLocks noChangeShapeType="1"/>
          </p:cNvSpPr>
          <p:nvPr/>
        </p:nvSpPr>
        <p:spPr bwMode="gray">
          <a:xfrm>
            <a:off x="2147664" y="6138362"/>
            <a:ext cx="4800600" cy="0"/>
          </a:xfrm>
          <a:prstGeom prst="line">
            <a:avLst/>
          </a:prstGeom>
          <a:noFill/>
          <a:ln w="25400">
            <a:solidFill>
              <a:schemeClr val="accent2">
                <a:lumMod val="20000"/>
                <a:lumOff val="80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ru-RU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Rectangle 267"/>
          <p:cNvSpPr>
            <a:spLocks noChangeArrowheads="1"/>
          </p:cNvSpPr>
          <p:nvPr/>
        </p:nvSpPr>
        <p:spPr bwMode="ltGray">
          <a:xfrm rot="3419336">
            <a:off x="1863501" y="5562100"/>
            <a:ext cx="479425" cy="520700"/>
          </a:xfrm>
          <a:prstGeom prst="rect">
            <a:avLst/>
          </a:prstGeom>
          <a:gradFill rotWithShape="1">
            <a:gsLst>
              <a:gs pos="0">
                <a:srgbClr val="990099"/>
              </a:gs>
              <a:gs pos="100000">
                <a:srgbClr val="9900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990099"/>
            </a:extrusionClr>
          </a:sp3d>
        </p:spPr>
        <p:txBody>
          <a:bodyPr wrap="none" anchor="ctr">
            <a:flatTx/>
          </a:bodyPr>
          <a:lstStyle/>
          <a:p>
            <a:endParaRPr lang="ru-RU"/>
          </a:p>
        </p:txBody>
      </p:sp>
      <p:sp>
        <p:nvSpPr>
          <p:cNvPr id="39" name="Text Box 268"/>
          <p:cNvSpPr txBox="1">
            <a:spLocks noChangeArrowheads="1"/>
          </p:cNvSpPr>
          <p:nvPr/>
        </p:nvSpPr>
        <p:spPr bwMode="gray">
          <a:xfrm>
            <a:off x="1919064" y="5604962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  <a:latin typeface="Arial" charset="0"/>
              </a:rPr>
              <a:t>5</a:t>
            </a:r>
          </a:p>
        </p:txBody>
      </p:sp>
      <p:sp>
        <p:nvSpPr>
          <p:cNvPr id="40" name="Text Box 269"/>
          <p:cNvSpPr txBox="1">
            <a:spLocks noChangeArrowheads="1"/>
          </p:cNvSpPr>
          <p:nvPr/>
        </p:nvSpPr>
        <p:spPr bwMode="gray">
          <a:xfrm>
            <a:off x="3214464" y="3136400"/>
            <a:ext cx="23372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solidFill>
                  <a:schemeClr val="bg1"/>
                </a:solidFill>
                <a:latin typeface="Arial" charset="0"/>
              </a:rPr>
              <a:t>Преимущества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1" name="Text Box 270"/>
          <p:cNvSpPr txBox="1">
            <a:spLocks noChangeArrowheads="1"/>
          </p:cNvSpPr>
          <p:nvPr/>
        </p:nvSpPr>
        <p:spPr bwMode="gray">
          <a:xfrm>
            <a:off x="3214464" y="3976187"/>
            <a:ext cx="130811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solidFill>
                  <a:schemeClr val="bg1"/>
                </a:solidFill>
                <a:latin typeface="Arial" charset="0"/>
              </a:rPr>
              <a:t>Минусы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2" name="Text Box 271"/>
          <p:cNvSpPr txBox="1">
            <a:spLocks noChangeArrowheads="1"/>
          </p:cNvSpPr>
          <p:nvPr/>
        </p:nvSpPr>
        <p:spPr bwMode="gray">
          <a:xfrm>
            <a:off x="3214464" y="4817562"/>
            <a:ext cx="395197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solidFill>
                  <a:schemeClr val="bg1"/>
                </a:solidFill>
                <a:latin typeface="Arial" charset="0"/>
              </a:rPr>
              <a:t>Возможные нововведения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3" name="Text Box 272"/>
          <p:cNvSpPr txBox="1">
            <a:spLocks noChangeArrowheads="1"/>
          </p:cNvSpPr>
          <p:nvPr/>
        </p:nvSpPr>
        <p:spPr bwMode="gray">
          <a:xfrm>
            <a:off x="3214464" y="5668462"/>
            <a:ext cx="192867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>
                <a:solidFill>
                  <a:schemeClr val="bg1"/>
                </a:solidFill>
                <a:latin typeface="Arial" charset="0"/>
              </a:rPr>
              <a:t>Заключение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2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Начало создания и информация о боте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896544" cy="456898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Бот «</a:t>
            </a:r>
            <a:r>
              <a:rPr lang="en-US" dirty="0" err="1"/>
              <a:t>Urod</a:t>
            </a:r>
            <a:r>
              <a:rPr lang="en-US" dirty="0"/>
              <a:t>-Wiki</a:t>
            </a:r>
            <a:r>
              <a:rPr lang="ru-RU" dirty="0"/>
              <a:t>»-это бот использующий базу данных, аналогично Википедии, для предоставления информации о анимационном сериале. Бот был создан без кода, в создателе ботов под названием «</a:t>
            </a:r>
            <a:r>
              <a:rPr lang="en-US" dirty="0" err="1"/>
              <a:t>BotFather</a:t>
            </a:r>
            <a:r>
              <a:rPr lang="ru-RU" dirty="0"/>
              <a:t>» и улучшен с помощью сайта </a:t>
            </a:r>
            <a:r>
              <a:rPr lang="ru-RU" dirty="0" err="1"/>
              <a:t>Литдех.ру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025" y="2294731"/>
            <a:ext cx="3810000" cy="3648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210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Бот имеет быстрый способ получения информации без необходимости переходить на сайт. Бот также имеет возможность заходить в официальную Википедию с помощью кнопки меню. </a:t>
            </a:r>
          </a:p>
        </p:txBody>
      </p:sp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Минусами бота являются</a:t>
            </a:r>
          </a:p>
          <a:p>
            <a:r>
              <a:rPr lang="ru-RU" sz="2400" dirty="0"/>
              <a:t>1.Скучный вид.</a:t>
            </a:r>
          </a:p>
          <a:p>
            <a:r>
              <a:rPr lang="ru-RU" sz="2400" dirty="0"/>
              <a:t>2.Отсутствие некоторой информации.</a:t>
            </a:r>
          </a:p>
          <a:p>
            <a:r>
              <a:rPr lang="ru-RU" sz="2400" dirty="0"/>
              <a:t>3.Отсутствие команд.</a:t>
            </a:r>
          </a:p>
          <a:p>
            <a:r>
              <a:rPr lang="ru-RU" sz="2400" dirty="0"/>
              <a:t>4.Платный хостинг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B87F9-0FB5-2CDA-DFB7-5AB17667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Возможные нововведения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CB26E-D484-66AB-4AE8-E8FD7DD6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бот будут добавлены команды, полностью доделанная информация, улучшение функционала, исправление багов, бесплатный хостинг и т.д.  </a:t>
            </a:r>
          </a:p>
        </p:txBody>
      </p:sp>
    </p:spTree>
    <p:extLst>
      <p:ext uri="{BB962C8B-B14F-4D97-AF65-F5344CB8AC3E}">
        <p14:creationId xmlns:p14="http://schemas.microsoft.com/office/powerpoint/2010/main" val="271698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A8142-78C7-78DF-EC63-4BE9B7C6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69DE08-7CA5-FDBA-26C2-5957FAF47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Боту предстоят улучшения и новые функции.</a:t>
            </a:r>
          </a:p>
          <a:p>
            <a:r>
              <a:rPr lang="ru-RU" dirty="0"/>
              <a:t>Спасибо за прочтение!</a:t>
            </a:r>
          </a:p>
        </p:txBody>
      </p:sp>
    </p:spTree>
    <p:extLst>
      <p:ext uri="{BB962C8B-B14F-4D97-AF65-F5344CB8AC3E}">
        <p14:creationId xmlns:p14="http://schemas.microsoft.com/office/powerpoint/2010/main" val="129044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7edb7f56c31b37833b9f375464f69364a7735"/>
</p:tagLst>
</file>

<file path=ppt/theme/theme1.xml><?xml version="1.0" encoding="utf-8"?>
<a:theme xmlns:a="http://schemas.openxmlformats.org/drawingml/2006/main" name="Тема Office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177</Words>
  <Application>Microsoft Office PowerPoint</Application>
  <PresentationFormat>Экран (4:3)</PresentationFormat>
  <Paragraphs>31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Чат-бот:”Urod-wiki” </vt:lpstr>
      <vt:lpstr>Заголовок слайда</vt:lpstr>
      <vt:lpstr>Начало создания и информация о боте</vt:lpstr>
      <vt:lpstr>Преимущества</vt:lpstr>
      <vt:lpstr>Минусы</vt:lpstr>
      <vt:lpstr>Возможные нововведения</vt:lpstr>
      <vt:lpstr>Заключение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 бот</dc:title>
  <dc:creator>obstinate</dc:creator>
  <dc:description>Шаблон презентации с сайта https://presentation-creation.ru/</dc:description>
  <cp:lastModifiedBy>Пользователь</cp:lastModifiedBy>
  <cp:revision>1381</cp:revision>
  <dcterms:created xsi:type="dcterms:W3CDTF">2018-02-25T09:09:03Z</dcterms:created>
  <dcterms:modified xsi:type="dcterms:W3CDTF">2025-12-18T11:43:53Z</dcterms:modified>
</cp:coreProperties>
</file>